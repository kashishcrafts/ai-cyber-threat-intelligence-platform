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Cyber Threat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for Real-Time Intrusion Detection</a:t>
            </a:r>
          </a:p>
          <a:p>
            <a:r>
              <a:t>IEEE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Growing cyber threats</a:t>
            </a:r>
          </a:p>
          <a:p>
            <a:r>
              <a:t>• Need for intelligent IDS</a:t>
            </a:r>
          </a:p>
          <a:p>
            <a:r>
              <a:t>• ML-based detection improves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Traditional IDS fail for zero-day attacks</a:t>
            </a:r>
          </a:p>
          <a:p>
            <a:r>
              <a:t>• High false negatives in signature-based systems</a:t>
            </a:r>
          </a:p>
          <a:p>
            <a:r>
              <a:t>• Need real-time adaptive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CICIDS2017 dataset</a:t>
            </a:r>
          </a:p>
          <a:p>
            <a:r>
              <a:t>• 2.8 million records</a:t>
            </a:r>
          </a:p>
          <a:p>
            <a:r>
              <a:t>• 79 network flow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preprocessing</a:t>
            </a:r>
          </a:p>
          <a:p>
            <a:r>
              <a:t>• Feature engineering</a:t>
            </a:r>
          </a:p>
          <a:p>
            <a:r>
              <a:t>• Model training (RF, XGBoost)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</a:t>
            </a:r>
          </a:p>
          <a:p>
            <a:r>
              <a:t>• XGBoost</a:t>
            </a:r>
          </a:p>
          <a:p>
            <a:r>
              <a:t>• Ensemble learning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</a:t>
            </a:r>
          </a:p>
          <a:p>
            <a:r>
              <a:t>• Precision</a:t>
            </a:r>
          </a:p>
          <a:p>
            <a:r>
              <a:t>• Recall</a:t>
            </a:r>
          </a:p>
          <a:p>
            <a:r>
              <a:t>• F1-score</a:t>
            </a:r>
          </a:p>
          <a:p>
            <a:r>
              <a:t>• ROC-AUC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Forest: 99.79%</a:t>
            </a:r>
          </a:p>
          <a:p>
            <a:r>
              <a:t>• XGBoost: 99.70%</a:t>
            </a:r>
          </a:p>
          <a:p>
            <a:r>
              <a:t>• High detection accuracy achieved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Preprocessing → Feature Engineering → ML Models → Detection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accuracy achieved</a:t>
            </a:r>
          </a:p>
          <a:p>
            <a:r>
              <a:t>• Scalable ML-based IDS</a:t>
            </a:r>
          </a:p>
          <a:p>
            <a:r>
              <a:t>• Suitable for real-time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Deep learning integration</a:t>
            </a:r>
          </a:p>
          <a:p>
            <a:r>
              <a:t>• Cloud deployment</a:t>
            </a:r>
          </a:p>
          <a:p>
            <a:r>
              <a:t>• Adversarial attack resistance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